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Yasin - muhammad.yasin17@studio.unibo.it" userId="f6e8055e-fb8a-4407-aa26-8b6bcf2be0dd" providerId="ADAL" clId="{7C56CD8E-EDC8-435D-A961-914126134027}"/>
    <pc:docChg chg="undo custSel modSld">
      <pc:chgData name="Muhammad Yasin - muhammad.yasin17@studio.unibo.it" userId="f6e8055e-fb8a-4407-aa26-8b6bcf2be0dd" providerId="ADAL" clId="{7C56CD8E-EDC8-435D-A961-914126134027}" dt="2026-06-11T10:22:40.366" v="183" actId="20577"/>
      <pc:docMkLst>
        <pc:docMk/>
      </pc:docMkLst>
      <pc:sldChg chg="modSp mod">
        <pc:chgData name="Muhammad Yasin - muhammad.yasin17@studio.unibo.it" userId="f6e8055e-fb8a-4407-aa26-8b6bcf2be0dd" providerId="ADAL" clId="{7C56CD8E-EDC8-435D-A961-914126134027}" dt="2026-06-11T09:29:10.678" v="19" actId="20577"/>
        <pc:sldMkLst>
          <pc:docMk/>
          <pc:sldMk cId="0" sldId="257"/>
        </pc:sldMkLst>
        <pc:spChg chg="mod">
          <ac:chgData name="Muhammad Yasin - muhammad.yasin17@studio.unibo.it" userId="f6e8055e-fb8a-4407-aa26-8b6bcf2be0dd" providerId="ADAL" clId="{7C56CD8E-EDC8-435D-A961-914126134027}" dt="2026-06-11T09:29:10.678" v="19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Muhammad Yasin - muhammad.yasin17@studio.unibo.it" userId="f6e8055e-fb8a-4407-aa26-8b6bcf2be0dd" providerId="ADAL" clId="{7C56CD8E-EDC8-435D-A961-914126134027}" dt="2026-06-11T09:27:48.630" v="1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Muhammad Yasin - muhammad.yasin17@studio.unibo.it" userId="f6e8055e-fb8a-4407-aa26-8b6bcf2be0dd" providerId="ADAL" clId="{7C56CD8E-EDC8-435D-A961-914126134027}" dt="2026-06-11T09:33:54.606" v="26" actId="20577"/>
        <pc:sldMkLst>
          <pc:docMk/>
          <pc:sldMk cId="0" sldId="258"/>
        </pc:sldMkLst>
        <pc:spChg chg="mod">
          <ac:chgData name="Muhammad Yasin - muhammad.yasin17@studio.unibo.it" userId="f6e8055e-fb8a-4407-aa26-8b6bcf2be0dd" providerId="ADAL" clId="{7C56CD8E-EDC8-435D-A961-914126134027}" dt="2026-06-11T09:33:54.606" v="26" actId="20577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Muhammad Yasin - muhammad.yasin17@studio.unibo.it" userId="f6e8055e-fb8a-4407-aa26-8b6bcf2be0dd" providerId="ADAL" clId="{7C56CD8E-EDC8-435D-A961-914126134027}" dt="2026-06-11T09:40:47.548" v="112" actId="20577"/>
        <pc:sldMkLst>
          <pc:docMk/>
          <pc:sldMk cId="0" sldId="259"/>
        </pc:sldMkLst>
        <pc:spChg chg="mod">
          <ac:chgData name="Muhammad Yasin - muhammad.yasin17@studio.unibo.it" userId="f6e8055e-fb8a-4407-aa26-8b6bcf2be0dd" providerId="ADAL" clId="{7C56CD8E-EDC8-435D-A961-914126134027}" dt="2026-06-11T09:39:25.022" v="29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uhammad Yasin - muhammad.yasin17@studio.unibo.it" userId="f6e8055e-fb8a-4407-aa26-8b6bcf2be0dd" providerId="ADAL" clId="{7C56CD8E-EDC8-435D-A961-914126134027}" dt="2026-06-11T09:39:31.379" v="35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uhammad Yasin - muhammad.yasin17@studio.unibo.it" userId="f6e8055e-fb8a-4407-aa26-8b6bcf2be0dd" providerId="ADAL" clId="{7C56CD8E-EDC8-435D-A961-914126134027}" dt="2026-06-11T09:40:47.548" v="112" actId="20577"/>
          <ac:spMkLst>
            <pc:docMk/>
            <pc:sldMk cId="0" sldId="259"/>
            <ac:spMk id="22" creationId="{00000000-0000-0000-0000-000000000000}"/>
          </ac:spMkLst>
        </pc:spChg>
      </pc:sldChg>
      <pc:sldChg chg="modSp mod">
        <pc:chgData name="Muhammad Yasin - muhammad.yasin17@studio.unibo.it" userId="f6e8055e-fb8a-4407-aa26-8b6bcf2be0dd" providerId="ADAL" clId="{7C56CD8E-EDC8-435D-A961-914126134027}" dt="2026-06-11T10:22:40.366" v="183" actId="20577"/>
        <pc:sldMkLst>
          <pc:docMk/>
          <pc:sldMk cId="0" sldId="260"/>
        </pc:sldMkLst>
        <pc:spChg chg="mod">
          <ac:chgData name="Muhammad Yasin - muhammad.yasin17@studio.unibo.it" userId="f6e8055e-fb8a-4407-aa26-8b6bcf2be0dd" providerId="ADAL" clId="{7C56CD8E-EDC8-435D-A961-914126134027}" dt="2026-06-11T10:21:30.989" v="113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Muhammad Yasin - muhammad.yasin17@studio.unibo.it" userId="f6e8055e-fb8a-4407-aa26-8b6bcf2be0dd" providerId="ADAL" clId="{7C56CD8E-EDC8-435D-A961-914126134027}" dt="2026-06-11T10:22:40.366" v="183" actId="20577"/>
          <ac:spMkLst>
            <pc:docMk/>
            <pc:sldMk cId="0" sldId="260"/>
            <ac:spMk id="2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3A5F"/>
                </a:solidFill>
                <a:latin typeface="Arial"/>
              </a:rPr>
              <a:t>Win Rate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(%)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6FAC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LLaMA 3.2 3B</c:v>
                </c:pt>
                <c:pt idx="1">
                  <c:v>Mistral 7B</c:v>
                </c:pt>
                <c:pt idx="2">
                  <c:v>Qwen 2.5 7B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D-DC47-9654-C442C2A059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1F5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3A5F"/>
                </a:solidFill>
                <a:latin typeface="Arial"/>
              </a:rPr>
              <a:t>Illegal Moves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Illegal Moves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6FAC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LLaMA 3.2 3B</c:v>
                </c:pt>
                <c:pt idx="1">
                  <c:v>Mistral 7B</c:v>
                </c:pt>
                <c:pt idx="2">
                  <c:v>Qwen 2.5 7B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43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A7-3640-A1A9-81605E85A8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1F5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75F44-DFBA-B94B-A714-851E6CFB3F36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B69A9-C93F-E246-98A5-67C719DC3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4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Large Language Models on Checkers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280160"/>
            <a:ext cx="9144000" cy="64008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Evaluation of Reasoning and Rule Compliance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Yasin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Erasmus Student at University of Bologna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Dortmund  ·  AI and Project Work  ·  June 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011680" cy="411480"/>
          </a:xfrm>
          <a:prstGeom prst="rect">
            <a:avLst/>
          </a:prstGeom>
          <a:solidFill>
            <a:srgbClr val="F1F5F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200400"/>
            <a:ext cx="2011680" cy="411480"/>
          </a:xfrm>
          <a:prstGeom prst="rect">
            <a:avLst/>
          </a:prstGeom>
          <a:solidFill>
            <a:srgbClr val="F1F5F9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3200400"/>
            <a:ext cx="2011680" cy="411480"/>
          </a:xfrm>
          <a:prstGeom prst="rect">
            <a:avLst/>
          </a:prstGeom>
          <a:solidFill>
            <a:srgbClr val="F1F5F9"/>
          </a:solidFill>
          <a:ln w="19050">
            <a:solidFill>
              <a:srgbClr val="2C6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7B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games  ·  4 evaluation dimensions  ·  Fully local inference via Ollama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LLMs reason strategically and follow rules in a structured game</a:t>
            </a:r>
            <a:r>
              <a:rPr lang="en-GB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environment?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356616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excel at language tasks but structured reasoning is an open question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games offer clear rules and measurable outcomes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fine-tuning, testing raw reasoning ability 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34440"/>
            <a:ext cx="54864" cy="3566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Checkers?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well-defined rules that are easy to describe in text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metrics: win rate, illegal moves, captures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capture rule tests rule compliance directly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used in SmartPlay and GAMEBoT benchmarks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 state space for LLM prompting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tackled the problem, step by step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371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SmartPlay, GAMEBoT, and LMGame-Bench to design a rigorous multi-dimensional evaluation framework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54864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Checkers in Python with move validation, king promotion, mandatory captures, and a text renderer for LLMs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234440"/>
            <a:ext cx="40233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234440"/>
            <a:ext cx="54864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32120" y="1371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LLMs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Ollama for fully local inference with no API limits and no cost. Tested LLaMA 3.2 3B, Mistral 7B, and Qwen 2.5 7B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063240"/>
            <a:ext cx="40233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063240"/>
            <a:ext cx="54864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321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Benchmark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games total (20 per model) against a random opponent. Results saved after every game to Google Drive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papers that shaped the evaluation methodology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SmartPlay (ICLR 2024)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 &amp; CMU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121408"/>
            <a:ext cx="2377440" cy="18288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128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Benchmarks LLMs across 6 games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7614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Defines 9 agent capabilities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3101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inspired our multi-dimensional evaluation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234440"/>
            <a:ext cx="26517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91840" y="123444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GAMEBoT (2024)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 Lab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29000" y="2121408"/>
            <a:ext cx="2377440" cy="18288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2128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Goes beyond win/loss metrics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7614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Evaluates step-by-step reasoning</a:t>
            </a:r>
            <a:r>
              <a:rPr lang="en-GB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quality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3101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motivated reasoning quality focus</a:t>
            </a:r>
            <a:r>
              <a:rPr lang="en-GB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like illegal moves and capture efficiency 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234440"/>
            <a:ext cx="26517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234440"/>
            <a:ext cx="26517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LMGame-Bench (2025)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2377440" cy="18288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2128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Evaluates 13 LLMs on video games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7614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Identifies prompt sensitivity issues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3101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informed our prompt design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463040" cy="118872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562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grid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text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0" y="169164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234440"/>
            <a:ext cx="14630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2618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18562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valid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list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20440" y="169164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234440"/>
            <a:ext cx="14630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2618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18562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format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12080" y="169164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234440"/>
            <a:ext cx="14630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2618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18562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legal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list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03720" y="1691640"/>
            <a:ext cx="228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1234440"/>
            <a:ext cx="1463040" cy="118872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2618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18562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all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651760"/>
            <a:ext cx="384048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7200" y="2651760"/>
            <a:ext cx="54864" cy="210312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761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Evaluation Dimensions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Win Rate: </a:t>
            </a:r>
            <a:r>
              <a:rPr lang="en-GB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LLM beats the random opponent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Rule Compliance: total illegal moves made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Capture Efficiency: average pieces captured per game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Game Length: average total moves per game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651760"/>
            <a:ext cx="402336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651760"/>
            <a:ext cx="54864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761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(free GPU)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fully local with no limits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 model = 60 total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4251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26480" y="4251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Random-move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games, 20 per model, against a random opponent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8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Captures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Illegal Moves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3.2 3B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C6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2.5 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baseline: ~33.3% win rate</a:t>
            </a:r>
            <a:endParaRPr lang="en-US" sz="9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3749040"/>
          <a:ext cx="384048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4663440" y="3749040"/>
          <a:ext cx="402336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Challenges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tell 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169164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Found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6479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wins most (40%) but makes 43 illegal moves. Qwen follows rules best (4 illegal) but wins least (20%). Strategic performance and rule compliance are competing objectives.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02336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54864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Style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6393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 had the most draws (8/20) and longest games (79.8 avg moves), suggesting a cautious strategy that avoids losses but struggles to capitalise on winning opportunities.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402336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234440"/>
            <a:ext cx="54864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Struggled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176479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Mistral 7B exceeded the 33.3% random baseline. Game reasoning is genuinely hard for general-purpose LLMs at this scale.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108960"/>
            <a:ext cx="402336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108960"/>
            <a:ext cx="54864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Challenge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6393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models within legal moves was the hardest part. Prompt design, temperature tuning, and move parsing required significant iteration to get right.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0292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356616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07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dominates all dimensions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performance and rule compliance trade off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(7B) does not guarantee better compliance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reasoning remains a significant LLM challenge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design matters as much as results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097280"/>
            <a:ext cx="301752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097280"/>
            <a:ext cx="54864" cy="3566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207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664208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models (13B, 70B)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opponents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Multi-game benchmarks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game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 and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Benchmarking LLMs on Checkers</dc:title>
  <dc:subject>PptxGenJS Presentation</dc:subject>
  <dc:creator>Muhammad Yasin</dc:creator>
  <cp:lastModifiedBy>Muhammad Yasin - muhammad.yasin17@studio.unibo.it</cp:lastModifiedBy>
  <cp:revision>3</cp:revision>
  <dcterms:created xsi:type="dcterms:W3CDTF">2026-06-10T08:39:35Z</dcterms:created>
  <dcterms:modified xsi:type="dcterms:W3CDTF">2026-06-11T10:22:44Z</dcterms:modified>
</cp:coreProperties>
</file>